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393AE-0606-19B1-F755-44ADBBC10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C5232-3CC7-0864-2ECF-3FED7A60F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ACC1C-6B48-601B-BA79-2CC1CA547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0BA19-CA72-4CB7-BD7A-4E6D023EDC5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D217A-918D-7022-284E-DB7EF4B2C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0878D-83C3-1511-D5B7-218E78F6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3C9C-DB80-42CF-A196-5529EB7EC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92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A92BE-DB93-73A4-F81C-5B2ABBC6A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30DA7-3A01-68F5-7D76-B73A772A4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4E082-B5C6-FBE0-7949-81894B6B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0BA19-CA72-4CB7-BD7A-4E6D023EDC5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5BDD6-56B6-B7ED-3D8C-FE96243C3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D3E43-8C0F-A802-77EA-76E5F639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3C9C-DB80-42CF-A196-5529EB7EC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65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C286-D4BB-4A83-D6BE-BD2491845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9E140-67C7-DA5B-374E-BCA86E251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EE942-74FB-76CD-69D6-3128057F6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0BA19-CA72-4CB7-BD7A-4E6D023EDC5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D03D0-B6AD-F0F3-339A-916391F9C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CDF9C-7F7E-834B-505B-79F1B6A95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3C9C-DB80-42CF-A196-5529EB7EC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8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7D6DA-957B-BCCC-60F4-C6B6BFDBD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0510A-2E6B-C649-3A84-A9E8DC4A60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C3A6F-FBBF-AFAF-CF26-8BCBA0127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FBCC0-30EC-7488-86AC-8601F589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0BA19-CA72-4CB7-BD7A-4E6D023EDC5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63FF0-70AE-B0AC-9154-BE02B0D21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F75A7-70CA-C090-82F9-8EB0FC20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3C9C-DB80-42CF-A196-5529EB7EC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35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5AE85-147B-86EF-9113-6A47A00CF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2511-74B9-C76B-99D7-F0015202E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8DC4C-58F8-8C36-B220-26A983C33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EF6ED-D361-E4A9-7ADB-8BEE99CF5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2B35E3-F2EE-1E7F-73A6-64A5DA8891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7F269C-2929-6977-6452-DA4266B56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0BA19-CA72-4CB7-BD7A-4E6D023EDC5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7CDEC-D1DB-14AF-5C43-BAF96C58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00D273-8CF6-22D4-40D7-A03D89042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3C9C-DB80-42CF-A196-5529EB7EC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1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FB624-31CB-A4D8-287C-1F1BAE55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C80DE7-F014-D497-F791-DDEEB5927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0BA19-CA72-4CB7-BD7A-4E6D023EDC5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44EF4-ED06-B6A7-82D7-D170F0873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411BF-CA8C-148E-C61C-169D77894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3C9C-DB80-42CF-A196-5529EB7EC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39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BE642E-756C-ABF1-1BE5-F30B923D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0BA19-CA72-4CB7-BD7A-4E6D023EDC5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13AB50-B364-5741-41F2-10530297E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4AB29-67FD-8834-34C5-1863D16A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3C9C-DB80-42CF-A196-5529EB7EC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8648B-A711-E382-40FF-DB2FC473B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3B3BA-217C-CF7B-CF29-C2C84009F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405019-1D8F-2560-4FA6-B8FC390D8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EDC65-A4B4-F08F-20DB-E5A416625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0BA19-CA72-4CB7-BD7A-4E6D023EDC5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25705-CC49-82F6-475C-63C8A5DB7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FEFBF-51A8-AA4A-3055-B9F220B7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3C9C-DB80-42CF-A196-5529EB7EC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31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C8E9F-2508-C88A-12FA-797E673BE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303B81-2BCC-A867-CF88-0093B233B2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73118-58B4-0937-D8E1-C9F4F8889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64DDE-DE44-406D-B41F-0137ACBCD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0BA19-CA72-4CB7-BD7A-4E6D023EDC5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3D0F8-C512-894A-CA96-21D4ACCF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DB38A-7BE6-F5D9-1ED6-C0D079041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3C9C-DB80-42CF-A196-5529EB7EC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00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6FB89-497F-177A-4E91-F5E6D6F11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5B34B-FD54-A424-A298-553547AF4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DA79A-C73C-C5FF-E825-908BAD25C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0BA19-CA72-4CB7-BD7A-4E6D023EDC5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89EA8-DB5B-5482-2B30-83D44832E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9C8D4-5A2C-D40B-4825-C6BF12E0F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3C9C-DB80-42CF-A196-5529EB7EC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21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75CAD2-1D42-CAF0-CAE2-2C8A19186F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B8A89-9781-B0B0-ACEE-6CCD8A7A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CF53C-E726-2E24-0BEE-DBD0300A0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0BA19-CA72-4CB7-BD7A-4E6D023EDC5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1FF25-A764-854E-F417-B062E264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48FEE-1C90-CDDF-B0BF-2485FA3B8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3C9C-DB80-42CF-A196-5529EB7EC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8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0563DB-CE53-BB5A-125E-0EF1F611F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593DF-17AA-0FC3-4291-0544FDCEB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24CA8-390A-2155-55B2-F7D7563FF8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0BA19-CA72-4CB7-BD7A-4E6D023EDC5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B804E-79D2-B517-8BEF-701BC63AA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1450-2284-95B4-8C26-940453E16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E3C9C-DB80-42CF-A196-5529EB7EC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518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13BD62-D024-8E7D-9AF1-E6995D2E0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122195"/>
              </p:ext>
            </p:extLst>
          </p:nvPr>
        </p:nvGraphicFramePr>
        <p:xfrm>
          <a:off x="402771" y="315688"/>
          <a:ext cx="11386458" cy="6106886"/>
        </p:xfrm>
        <a:graphic>
          <a:graphicData uri="http://schemas.openxmlformats.org/drawingml/2006/table">
            <a:tbl>
              <a:tblPr/>
              <a:tblGrid>
                <a:gridCol w="3795486">
                  <a:extLst>
                    <a:ext uri="{9D8B030D-6E8A-4147-A177-3AD203B41FA5}">
                      <a16:colId xmlns:a16="http://schemas.microsoft.com/office/drawing/2014/main" val="1651952426"/>
                    </a:ext>
                  </a:extLst>
                </a:gridCol>
                <a:gridCol w="3795486">
                  <a:extLst>
                    <a:ext uri="{9D8B030D-6E8A-4147-A177-3AD203B41FA5}">
                      <a16:colId xmlns:a16="http://schemas.microsoft.com/office/drawing/2014/main" val="953592351"/>
                    </a:ext>
                  </a:extLst>
                </a:gridCol>
                <a:gridCol w="3795486">
                  <a:extLst>
                    <a:ext uri="{9D8B030D-6E8A-4147-A177-3AD203B41FA5}">
                      <a16:colId xmlns:a16="http://schemas.microsoft.com/office/drawing/2014/main" val="1532582157"/>
                    </a:ext>
                  </a:extLst>
                </a:gridCol>
              </a:tblGrid>
              <a:tr h="7663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Date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Holiday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Day of the Week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482447"/>
                  </a:ext>
                </a:extLst>
              </a:tr>
              <a:tr h="549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Jan 1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New Year’s 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Thursday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306846"/>
                  </a:ext>
                </a:extLst>
              </a:tr>
              <a:tr h="506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Feb 16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Presidents’ 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Monday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791809"/>
                  </a:ext>
                </a:extLst>
              </a:tr>
              <a:tr h="506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May 25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Memorial 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Monday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221202"/>
                  </a:ext>
                </a:extLst>
              </a:tr>
              <a:tr h="668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Jun 19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Juneteenth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Friday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165007"/>
                  </a:ext>
                </a:extLst>
              </a:tr>
              <a:tr h="506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Jul 3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Independence 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Friday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004460"/>
                  </a:ext>
                </a:extLst>
              </a:tr>
              <a:tr h="506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Sep 7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Labor 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Monday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055090"/>
                  </a:ext>
                </a:extLst>
              </a:tr>
              <a:tr h="580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Oct 12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Indigenous Peoples’ 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Monday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860972"/>
                  </a:ext>
                </a:extLst>
              </a:tr>
              <a:tr h="506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Nov 11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Veterans 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Wednesday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058133"/>
                  </a:ext>
                </a:extLst>
              </a:tr>
              <a:tr h="506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Nov 26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Thanksgiving 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Thursday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284280"/>
                  </a:ext>
                </a:extLst>
              </a:tr>
              <a:tr h="506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Dec 25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Christmas 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Thursday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994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918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337009D26EC246AC772AFD147B4E0F" ma:contentTypeVersion="16" ma:contentTypeDescription="Create a new document." ma:contentTypeScope="" ma:versionID="51efbda84640481c4c09d62b3dd92c59">
  <xsd:schema xmlns:xsd="http://www.w3.org/2001/XMLSchema" xmlns:xs="http://www.w3.org/2001/XMLSchema" xmlns:p="http://schemas.microsoft.com/office/2006/metadata/properties" xmlns:ns3="4b210cfd-7bca-4eef-9a37-c8be74734411" xmlns:ns4="e0468148-77e0-4983-837f-ab284194753d" targetNamespace="http://schemas.microsoft.com/office/2006/metadata/properties" ma:root="true" ma:fieldsID="3a5b3280951371e0f060a54bbed05c0a" ns3:_="" ns4:_="">
    <xsd:import namespace="4b210cfd-7bca-4eef-9a37-c8be74734411"/>
    <xsd:import namespace="e0468148-77e0-4983-837f-ab284194753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210cfd-7bca-4eef-9a37-c8be747344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468148-77e0-4983-837f-ab284194753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b210cfd-7bca-4eef-9a37-c8be74734411" xsi:nil="true"/>
  </documentManagement>
</p:properties>
</file>

<file path=customXml/itemProps1.xml><?xml version="1.0" encoding="utf-8"?>
<ds:datastoreItem xmlns:ds="http://schemas.openxmlformats.org/officeDocument/2006/customXml" ds:itemID="{7844BE2D-1E29-439C-BB3D-264693A639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210cfd-7bca-4eef-9a37-c8be74734411"/>
    <ds:schemaRef ds:uri="e0468148-77e0-4983-837f-ab28419475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6917C3-2C96-4286-9A4E-1970D0475B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203FEE-1AED-4A47-8BAA-088C79274900}">
  <ds:schemaRefs>
    <ds:schemaRef ds:uri="http://schemas.microsoft.com/office/infopath/2007/PartnerControls"/>
    <ds:schemaRef ds:uri="http://www.w3.org/XML/1998/namespace"/>
    <ds:schemaRef ds:uri="http://purl.org/dc/terms/"/>
    <ds:schemaRef ds:uri="http://schemas.microsoft.com/office/2006/metadata/properties"/>
    <ds:schemaRef ds:uri="4b210cfd-7bca-4eef-9a37-c8be74734411"/>
    <ds:schemaRef ds:uri="http://schemas.microsoft.com/office/2006/documentManagement/types"/>
    <ds:schemaRef ds:uri="e0468148-77e0-4983-837f-ab284194753d"/>
    <ds:schemaRef ds:uri="http://purl.org/dc/dcmitype/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59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Tedra Chen</dc:creator>
  <cp:lastModifiedBy>Tedra Chen</cp:lastModifiedBy>
  <cp:revision>2</cp:revision>
  <dcterms:created xsi:type="dcterms:W3CDTF">2025-12-30T22:57:03Z</dcterms:created>
  <dcterms:modified xsi:type="dcterms:W3CDTF">2025-12-30T23:20:12Z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0x0101000E337009D26EC246AC772AFD147B4E0F</vt:lpwstr>
  </property>
</Properties>
</file>